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Deck fixture 标题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subtitle line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Bullets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one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two</a:t>
            </a:r>
            <a:endParaRPr lang="en-US" sz="1800" dirty="0"/>
          </a:p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</a:rPr>
              <a:t>three (indent)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0" y="1097280"/>
            <a:ext cx="2743200" cy="1280160"/>
          </a:xfrm>
          <a:prstGeom prst="roundRect">
            <a:avLst/>
          </a:prstGeom>
          <a:solidFill>
            <a:srgbClr val="4472C4"/>
          </a:solidFill>
          <a:ln w="25400">
            <a:solidFill>
              <a:srgbClr val="1F3B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10972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 a box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74320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06240"/>
            <a:ext cx="82296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Table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Col 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Col 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a2 中文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A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2026-09-03T01:54:22Z</dcterms:created>
  <dcterms:modified xsi:type="dcterms:W3CDTF">2026-09-03T01:54:22Z</dcterms:modified>
</cp:coreProperties>
</file>